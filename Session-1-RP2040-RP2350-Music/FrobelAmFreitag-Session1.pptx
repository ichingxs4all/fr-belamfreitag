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60" r:id="rId3"/>
    <p:sldId id="265" r:id="rId4"/>
    <p:sldId id="264" r:id="rId5"/>
    <p:sldId id="261" r:id="rId6"/>
    <p:sldId id="263" r:id="rId7"/>
    <p:sldId id="262" r:id="rId8"/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8"/>
    <p:restoredTop sz="94733"/>
  </p:normalViewPr>
  <p:slideViewPr>
    <p:cSldViewPr snapToGrid="0">
      <p:cViewPr varScale="1">
        <p:scale>
          <a:sx n="104" d="100"/>
          <a:sy n="104" d="100"/>
        </p:scale>
        <p:origin x="24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N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amyboard.com/edito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github.com/todbot/pico_test_synth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codeberg.org/positionhigh/MicroDexed-touch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arlephilhower/arduino-pico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with.mu/" TargetMode="External"/><Relationship Id="rId2" Type="http://schemas.openxmlformats.org/officeDocument/2006/relationships/hyperlink" Target="https://circuitpython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de.visualstudi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6738-4883-7DC0-9001-786976A3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585C-495B-A637-80E1-2F410894A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Fröbel am freitag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E7975-1D4E-AAE2-EEB1-9EBCE1BB3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Raspberry pico’s as a musical instrument</a:t>
            </a:r>
          </a:p>
        </p:txBody>
      </p:sp>
    </p:spTree>
    <p:extLst>
      <p:ext uri="{BB962C8B-B14F-4D97-AF65-F5344CB8AC3E}">
        <p14:creationId xmlns:p14="http://schemas.microsoft.com/office/powerpoint/2010/main" val="220143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FA9E-4962-990A-ED88-649AEAF5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F1A0D3DF-4CBA-5242-D7D3-7B9CF97AA1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93" r="29802"/>
          <a:stretch>
            <a:fillRect/>
          </a:stretch>
        </p:blipFill>
        <p:spPr>
          <a:xfrm>
            <a:off x="5490732" y="1397000"/>
            <a:ext cx="2261288" cy="406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0FC96-9254-3C13-91B8-DF517BD78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0227" y="333632"/>
            <a:ext cx="1978884" cy="860168"/>
          </a:xfrm>
        </p:spPr>
        <p:txBody>
          <a:bodyPr>
            <a:normAutofit/>
          </a:bodyPr>
          <a:lstStyle/>
          <a:p>
            <a:r>
              <a:rPr lang="nl-NL" sz="3200" dirty="0"/>
              <a:t>ESP32S3</a:t>
            </a:r>
            <a:endParaRPr lang="en-NL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23F82-27A7-5D8A-19FD-DC33E41224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Touchytouch</a:t>
            </a:r>
          </a:p>
          <a:p>
            <a:r>
              <a:rPr lang="en-NL" dirty="0"/>
              <a:t>AMY</a:t>
            </a:r>
          </a:p>
          <a:p>
            <a:r>
              <a:rPr lang="en-NL" dirty="0"/>
              <a:t>Mozzi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A2A6E55-3F51-84E6-BFEC-788129BF0F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74" r="23384"/>
          <a:stretch>
            <a:fillRect/>
          </a:stretch>
        </p:blipFill>
        <p:spPr>
          <a:xfrm>
            <a:off x="2890227" y="1397000"/>
            <a:ext cx="2261288" cy="40640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E04856B-E22E-FAB2-C8E2-10D2CD37B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037" y="2839404"/>
            <a:ext cx="4064000" cy="1179192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C616F8-2944-972D-959B-F498CA0435EE}"/>
              </a:ext>
            </a:extLst>
          </p:cNvPr>
          <p:cNvSpPr txBox="1">
            <a:spLocks/>
          </p:cNvSpPr>
          <p:nvPr/>
        </p:nvSpPr>
        <p:spPr>
          <a:xfrm>
            <a:off x="5490732" y="333632"/>
            <a:ext cx="1978884" cy="8601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dirty="0"/>
              <a:t>RP2350</a:t>
            </a:r>
            <a:endParaRPr lang="en-NL" sz="32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0CCD365-DE3F-F735-695A-D8EE8409B790}"/>
              </a:ext>
            </a:extLst>
          </p:cNvPr>
          <p:cNvSpPr txBox="1">
            <a:spLocks/>
          </p:cNvSpPr>
          <p:nvPr/>
        </p:nvSpPr>
        <p:spPr>
          <a:xfrm>
            <a:off x="8312331" y="333632"/>
            <a:ext cx="1978884" cy="8601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dirty="0"/>
              <a:t>ARM Cortex-M7</a:t>
            </a:r>
            <a:endParaRPr lang="en-NL" sz="3200" dirty="0"/>
          </a:p>
        </p:txBody>
      </p:sp>
    </p:spTree>
    <p:extLst>
      <p:ext uri="{BB962C8B-B14F-4D97-AF65-F5344CB8AC3E}">
        <p14:creationId xmlns:p14="http://schemas.microsoft.com/office/powerpoint/2010/main" val="198998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6AC5-4193-A402-3FE7-1A61FCA7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C5B5-1335-3B7B-94AC-818B5E9DC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046" y="146179"/>
            <a:ext cx="8791575" cy="965929"/>
          </a:xfrm>
        </p:spPr>
        <p:txBody>
          <a:bodyPr>
            <a:normAutofit/>
          </a:bodyPr>
          <a:lstStyle/>
          <a:p>
            <a:r>
              <a:rPr lang="nl-NL" sz="3200" dirty="0"/>
              <a:t>AMY SYNTH Library</a:t>
            </a:r>
            <a:endParaRPr lang="en-NL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DD0AF-B511-B8DF-9F6D-7ABFBAC0E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046" y="1112107"/>
            <a:ext cx="8791575" cy="1519881"/>
          </a:xfrm>
        </p:spPr>
        <p:txBody>
          <a:bodyPr>
            <a:normAutofit/>
          </a:bodyPr>
          <a:lstStyle/>
          <a:p>
            <a:r>
              <a:rPr lang="nl-NL" dirty="0">
                <a:hlinkClick r:id="rId2"/>
              </a:rPr>
              <a:t>https://github.com/shorepine/amy</a:t>
            </a: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2"/>
              </a:rPr>
              <a:t>https://www.amyboard.com/editor</a:t>
            </a:r>
            <a:endParaRPr lang="nl-NL" dirty="0"/>
          </a:p>
          <a:p>
            <a:endParaRPr lang="en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E1D7D54-A68A-731E-35CA-1F0B7D0D1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70015"/>
            <a:ext cx="3276342" cy="245725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24780591-D9EE-0964-4B08-92A88AE77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046" y="2770015"/>
            <a:ext cx="3247510" cy="243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8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B83BA-E1DB-ADDB-F594-63A762DD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9555-BC5A-09DD-EB48-A230BBDB7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046" y="146179"/>
            <a:ext cx="8791575" cy="965929"/>
          </a:xfrm>
        </p:spPr>
        <p:txBody>
          <a:bodyPr>
            <a:normAutofit/>
          </a:bodyPr>
          <a:lstStyle/>
          <a:p>
            <a:r>
              <a:rPr lang="nl-NL" sz="3200" dirty="0"/>
              <a:t>AMY SYNTH Library</a:t>
            </a:r>
            <a:endParaRPr lang="en-NL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94756-DCC5-CC82-7207-9AA5FD356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046" y="1112108"/>
            <a:ext cx="8791575" cy="691978"/>
          </a:xfrm>
        </p:spPr>
        <p:txBody>
          <a:bodyPr/>
          <a:lstStyle/>
          <a:p>
            <a:r>
              <a:rPr lang="nl-NL" dirty="0">
                <a:hlinkClick r:id="rId2"/>
              </a:rPr>
              <a:t>https://github.com/todbot/pico_test_synth</a:t>
            </a:r>
            <a:endParaRPr lang="nl-NL" dirty="0"/>
          </a:p>
          <a:p>
            <a:endParaRPr lang="en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B896BD9-5F87-0FFF-C2EA-F4B264B1B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046" y="1804086"/>
            <a:ext cx="6019543" cy="451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3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72F7-7A28-A701-50D9-E2280523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0613-28FB-EC00-C5C9-EE466B376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402" y="393314"/>
            <a:ext cx="8791575" cy="965929"/>
          </a:xfrm>
        </p:spPr>
        <p:txBody>
          <a:bodyPr>
            <a:normAutofit/>
          </a:bodyPr>
          <a:lstStyle/>
          <a:p>
            <a:r>
              <a:rPr lang="nl-NL" sz="3200" dirty="0" err="1"/>
              <a:t>EuroPI</a:t>
            </a:r>
            <a:endParaRPr lang="en-NL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9E879-3565-FAD9-D2FF-4E3DA6E4C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8402" y="1359243"/>
            <a:ext cx="8791575" cy="691978"/>
          </a:xfrm>
        </p:spPr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github.com</a:t>
            </a:r>
            <a:r>
              <a:rPr lang="nl-NL" dirty="0"/>
              <a:t>/Allen-</a:t>
            </a:r>
            <a:r>
              <a:rPr lang="nl-NL" dirty="0" err="1"/>
              <a:t>Synthesis</a:t>
            </a:r>
            <a:r>
              <a:rPr lang="nl-NL" dirty="0"/>
              <a:t>/</a:t>
            </a:r>
            <a:r>
              <a:rPr lang="nl-NL" dirty="0" err="1"/>
              <a:t>EuroPi</a:t>
            </a:r>
            <a:endParaRPr lang="en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6AE0F35-1181-BC4E-18B7-56C29C1FB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144" y="1828800"/>
            <a:ext cx="2720905" cy="407773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C12890A-1A31-C0AB-BD9D-9EE193DCE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790" y="1828800"/>
            <a:ext cx="3167295" cy="409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3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2D2F-C467-69BA-9C4B-7A55B4FF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0927-F0B5-488F-19C1-537AC2778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4293" y="47368"/>
            <a:ext cx="8791575" cy="891788"/>
          </a:xfrm>
        </p:spPr>
        <p:txBody>
          <a:bodyPr>
            <a:normAutofit/>
          </a:bodyPr>
          <a:lstStyle/>
          <a:p>
            <a:r>
              <a:rPr lang="nl-NL" sz="3200" dirty="0" err="1"/>
              <a:t>Hagiwo</a:t>
            </a:r>
            <a:r>
              <a:rPr lang="nl-NL" sz="3200" dirty="0"/>
              <a:t> MOD2</a:t>
            </a:r>
            <a:r>
              <a:rPr lang="en-NL" sz="3200"/>
              <a:t> </a:t>
            </a:r>
            <a:endParaRPr lang="en-NL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71421-FF62-8589-6DAA-AD9389B70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292" y="939156"/>
            <a:ext cx="8791575" cy="1655762"/>
          </a:xfrm>
        </p:spPr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note.com</a:t>
            </a:r>
            <a:r>
              <a:rPr lang="nl-NL" dirty="0"/>
              <a:t>/</a:t>
            </a:r>
            <a:r>
              <a:rPr lang="nl-NL" dirty="0" err="1"/>
              <a:t>solder_state</a:t>
            </a:r>
            <a:r>
              <a:rPr lang="nl-NL" dirty="0"/>
              <a:t>/n/nce8f7defcf98</a:t>
            </a:r>
            <a:endParaRPr lang="en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4E62C20-9BC5-02BA-9438-B50D6830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75" r="24664"/>
          <a:stretch>
            <a:fillRect/>
          </a:stretch>
        </p:blipFill>
        <p:spPr>
          <a:xfrm>
            <a:off x="2534291" y="1460242"/>
            <a:ext cx="2174789" cy="502705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3B3AE3A-D874-515E-D687-2CDB3F9F2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33" r="16690"/>
          <a:stretch>
            <a:fillRect/>
          </a:stretch>
        </p:blipFill>
        <p:spPr>
          <a:xfrm>
            <a:off x="4709080" y="1460241"/>
            <a:ext cx="4361935" cy="502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9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9B1D-3BE2-51B7-EDE4-86DF2F3F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8823-5AA0-A2DF-1153-2BB3B3AD1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554" y="368322"/>
            <a:ext cx="8791575" cy="1056459"/>
          </a:xfrm>
        </p:spPr>
        <p:txBody>
          <a:bodyPr>
            <a:normAutofit/>
          </a:bodyPr>
          <a:lstStyle/>
          <a:p>
            <a:r>
              <a:rPr lang="nl-NL" sz="3200" dirty="0" err="1"/>
              <a:t>MicroDexed</a:t>
            </a:r>
            <a:r>
              <a:rPr lang="nl-NL" sz="3200" dirty="0"/>
              <a:t> Touch</a:t>
            </a:r>
            <a:r>
              <a:rPr lang="en-NL" sz="3200"/>
              <a:t> </a:t>
            </a:r>
            <a:endParaRPr lang="en-NL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BCFDC-6716-567D-86DA-BA7236BA8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6554" y="1331506"/>
            <a:ext cx="8688603" cy="1056459"/>
          </a:xfrm>
        </p:spPr>
        <p:txBody>
          <a:bodyPr/>
          <a:lstStyle/>
          <a:p>
            <a:r>
              <a:rPr lang="nl-NL" dirty="0">
                <a:hlinkClick r:id="rId2"/>
              </a:rPr>
              <a:t>https://codeberg.org/positionhigh/MicroDexed-touch</a:t>
            </a:r>
            <a:endParaRPr lang="nl-NL" dirty="0"/>
          </a:p>
          <a:p>
            <a:endParaRPr lang="en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FE0B310-970F-8752-975B-6EE94E719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171"/>
          <a:stretch>
            <a:fillRect/>
          </a:stretch>
        </p:blipFill>
        <p:spPr>
          <a:xfrm>
            <a:off x="6798854" y="2119427"/>
            <a:ext cx="4028303" cy="397728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637912F7-4D69-4AB6-8309-F79FD9133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27" y="2128564"/>
            <a:ext cx="4940128" cy="369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950C-32CD-5ADD-F229-5F83C33A3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460199"/>
          </a:xfrm>
        </p:spPr>
        <p:txBody>
          <a:bodyPr/>
          <a:lstStyle/>
          <a:p>
            <a:r>
              <a:rPr lang="en-NL" dirty="0"/>
              <a:t>Arduino &amp; Rp2040/Rp2350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A81BC-F888-0E51-A59E-AB33A5BC5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755557"/>
            <a:ext cx="8791575" cy="2502243"/>
          </a:xfrm>
        </p:spPr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https://github.com/earlephilhower/arduino-pico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99A2-245F-F60A-7904-9795E864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F9E0-9BE1-8A31-7355-E594FEB5E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95416"/>
            <a:ext cx="8791575" cy="963827"/>
          </a:xfrm>
        </p:spPr>
        <p:txBody>
          <a:bodyPr>
            <a:normAutofit/>
          </a:bodyPr>
          <a:lstStyle/>
          <a:p>
            <a:r>
              <a:rPr lang="en-NL" sz="3200" dirty="0"/>
              <a:t>Circuitpython &amp; Rp2040 / Rp2350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85008-0D1B-775A-2C24-BEAA589DE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482811"/>
            <a:ext cx="8791575" cy="4732638"/>
          </a:xfrm>
        </p:spPr>
        <p:txBody>
          <a:bodyPr>
            <a:normAutofit fontScale="92500" lnSpcReduction="20000"/>
          </a:bodyPr>
          <a:lstStyle/>
          <a:p>
            <a:endParaRPr lang="nl-NL" dirty="0"/>
          </a:p>
          <a:p>
            <a:r>
              <a:rPr lang="nl-NL" dirty="0"/>
              <a:t>Circuitpython</a:t>
            </a:r>
          </a:p>
          <a:p>
            <a:r>
              <a:rPr lang="nl-NL" dirty="0">
                <a:hlinkClick r:id="rId2"/>
              </a:rPr>
              <a:t>https://circuitpython.org</a:t>
            </a:r>
            <a:endParaRPr lang="nl-NL" dirty="0"/>
          </a:p>
          <a:p>
            <a:endParaRPr lang="nl-NL" dirty="0"/>
          </a:p>
          <a:p>
            <a:r>
              <a:rPr lang="nl-NL" dirty="0"/>
              <a:t>Mu editor</a:t>
            </a:r>
          </a:p>
          <a:p>
            <a:r>
              <a:rPr lang="nl-NL" dirty="0">
                <a:hlinkClick r:id="rId3"/>
              </a:rPr>
              <a:t>https://codewith.mu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VSCode</a:t>
            </a:r>
            <a:endParaRPr lang="nl-NL" dirty="0"/>
          </a:p>
          <a:p>
            <a:r>
              <a:rPr lang="nl-NL" dirty="0">
                <a:hlinkClick r:id="rId4"/>
              </a:rPr>
              <a:t>https://code.visualstudio.com</a:t>
            </a:r>
            <a:endParaRPr lang="nl-NL" dirty="0"/>
          </a:p>
          <a:p>
            <a:r>
              <a:rPr lang="nl-NL" dirty="0"/>
              <a:t>+</a:t>
            </a:r>
          </a:p>
          <a:p>
            <a:r>
              <a:rPr lang="nl-NL" dirty="0" err="1"/>
              <a:t>CircuitPython</a:t>
            </a:r>
            <a:r>
              <a:rPr lang="nl-NL" dirty="0"/>
              <a:t> extension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50335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88</TotalTime>
  <Words>132</Words>
  <Application>Microsoft Macintosh PowerPoint</Application>
  <PresentationFormat>Breedbeeld</PresentationFormat>
  <Paragraphs>34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Fröbel am freitag</vt:lpstr>
      <vt:lpstr>ESP32S3</vt:lpstr>
      <vt:lpstr>AMY SYNTH Library</vt:lpstr>
      <vt:lpstr>AMY SYNTH Library</vt:lpstr>
      <vt:lpstr>EuroPI</vt:lpstr>
      <vt:lpstr>Hagiwo MOD2 </vt:lpstr>
      <vt:lpstr>MicroDexed Touch </vt:lpstr>
      <vt:lpstr>Arduino &amp; Rp2040/Rp2350 </vt:lpstr>
      <vt:lpstr>Circuitpython &amp; Rp2040 / Rp2350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 Gutlich</dc:creator>
  <cp:lastModifiedBy>Michel Gutlich</cp:lastModifiedBy>
  <cp:revision>2</cp:revision>
  <dcterms:created xsi:type="dcterms:W3CDTF">2026-03-13T10:36:15Z</dcterms:created>
  <dcterms:modified xsi:type="dcterms:W3CDTF">2026-03-19T21:23:33Z</dcterms:modified>
</cp:coreProperties>
</file>